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f87f9a75fc4179" /><Relationship Type="http://schemas.openxmlformats.org/officeDocument/2006/relationships/extended-properties" Target="/docProps/app.xml" Id="R834781b527174c69" /><Relationship Type="http://schemas.openxmlformats.org/officeDocument/2006/relationships/officeDocument" Target="/ppt/presentation.xml" Id="R94dff326436a46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660ea234a1481a"/>
  </p:sldMasterIdLst>
  <p:notesMasterIdLst>
    <p:notesMasterId xmlns:r="http://schemas.openxmlformats.org/officeDocument/2006/relationships" r:id="R8e7a4af71d5f403d"/>
  </p:notesMasterIdLst>
  <p:sldIdLst>
    <p:sldId xmlns:r="http://schemas.openxmlformats.org/officeDocument/2006/relationships" id="256" r:id="Rba9308f1658e4969"/>
    <p:sldId xmlns:r="http://schemas.openxmlformats.org/officeDocument/2006/relationships" id="257" r:id="Rd3f55f7f503c49bf"/>
    <p:sldId xmlns:r="http://schemas.openxmlformats.org/officeDocument/2006/relationships" id="258" r:id="Reb2a8699c8ab4fc2"/>
    <p:sldId xmlns:r="http://schemas.openxmlformats.org/officeDocument/2006/relationships" id="259" r:id="R6f2149e2b3704f74"/>
    <p:sldId xmlns:r="http://schemas.openxmlformats.org/officeDocument/2006/relationships" id="260" r:id="R598b3e66a628474d"/>
    <p:sldId xmlns:r="http://schemas.openxmlformats.org/officeDocument/2006/relationships" id="261" r:id="Rcb7e62ad316e4d0d"/>
    <p:sldId xmlns:r="http://schemas.openxmlformats.org/officeDocument/2006/relationships" id="262" r:id="R93d4d19cb2df4f94"/>
    <p:sldId xmlns:r="http://schemas.openxmlformats.org/officeDocument/2006/relationships" id="263" r:id="R48e99d5aab5d4e9b"/>
    <p:sldId xmlns:r="http://schemas.openxmlformats.org/officeDocument/2006/relationships" id="264" r:id="R568f8c7f914a4927"/>
    <p:sldId xmlns:r="http://schemas.openxmlformats.org/officeDocument/2006/relationships" id="265" r:id="Rb19a45f1be604a2d"/>
  </p:sldIdLst>
  <p:sldSz cx="12191999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7d547aed854004" /><Relationship Type="http://schemas.openxmlformats.org/officeDocument/2006/relationships/slideMaster" Target="/ppt/slideMasters/slideMaster1.xml" Id="R2c660ea234a1481a" /><Relationship Type="http://schemas.openxmlformats.org/officeDocument/2006/relationships/notesMaster" Target="/ppt/notesMasters/notesMaster1.xml" Id="R8e7a4af71d5f403d" /><Relationship Type="http://schemas.openxmlformats.org/officeDocument/2006/relationships/presProps" Target="/ppt/presProps.xml" Id="R1061021e1edc4685" /><Relationship Type="http://schemas.openxmlformats.org/officeDocument/2006/relationships/viewProps" Target="/ppt/viewProps.xml" Id="Rcca43f00fc0645b6" /><Relationship Type="http://schemas.openxmlformats.org/officeDocument/2006/relationships/tableStyles" Target="/ppt/tableStyles.xml" Id="R206371aaf9b2489b" /><Relationship Type="http://schemas.openxmlformats.org/officeDocument/2006/relationships/slide" Target="/ppt/slides/slide1.xml" Id="Rba9308f1658e4969" /><Relationship Type="http://schemas.openxmlformats.org/officeDocument/2006/relationships/slide" Target="/ppt/slides/slide2.xml" Id="Rd3f55f7f503c49bf" /><Relationship Type="http://schemas.openxmlformats.org/officeDocument/2006/relationships/slide" Target="/ppt/slides/slide3.xml" Id="Reb2a8699c8ab4fc2" /><Relationship Type="http://schemas.openxmlformats.org/officeDocument/2006/relationships/slide" Target="/ppt/slides/slide4.xml" Id="R6f2149e2b3704f74" /><Relationship Type="http://schemas.openxmlformats.org/officeDocument/2006/relationships/slide" Target="/ppt/slides/slide5.xml" Id="R598b3e66a628474d" /><Relationship Type="http://schemas.openxmlformats.org/officeDocument/2006/relationships/slide" Target="/ppt/slides/slide6.xml" Id="Rcb7e62ad316e4d0d" /><Relationship Type="http://schemas.openxmlformats.org/officeDocument/2006/relationships/slide" Target="/ppt/slides/slide7.xml" Id="R93d4d19cb2df4f94" /><Relationship Type="http://schemas.openxmlformats.org/officeDocument/2006/relationships/slide" Target="/ppt/slides/slide8.xml" Id="R48e99d5aab5d4e9b" /><Relationship Type="http://schemas.openxmlformats.org/officeDocument/2006/relationships/slide" Target="/ppt/slides/slide9.xml" Id="R568f8c7f914a4927" /><Relationship Type="http://schemas.openxmlformats.org/officeDocument/2006/relationships/slide" Target="/ppt/slides/slide10.xml" Id="Rb19a45f1be604a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70f1dbba0d47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f76d0e0a9b4cd0" /><Relationship Type="http://schemas.openxmlformats.org/officeDocument/2006/relationships/notesMaster" Target="/ppt/notesMasters/notesMaster1.xml" Id="R95fb2394bcef4e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2f5d7255bc4b57" /><Relationship Type="http://schemas.openxmlformats.org/officeDocument/2006/relationships/notesMaster" Target="/ppt/notesMasters/notesMaster1.xml" Id="R72864799d9614a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c22a7c48b14d5b" /><Relationship Type="http://schemas.openxmlformats.org/officeDocument/2006/relationships/notesMaster" Target="/ppt/notesMasters/notesMaster1.xml" Id="Rce06fdc1dad94e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65acd30c984394" /><Relationship Type="http://schemas.openxmlformats.org/officeDocument/2006/relationships/notesMaster" Target="/ppt/notesMasters/notesMaster1.xml" Id="R20a72285050a48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e31fb90511415c" /><Relationship Type="http://schemas.openxmlformats.org/officeDocument/2006/relationships/notesMaster" Target="/ppt/notesMasters/notesMaster1.xml" Id="Ra88bc24160da4b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95468489f84e26" /><Relationship Type="http://schemas.openxmlformats.org/officeDocument/2006/relationships/notesMaster" Target="/ppt/notesMasters/notesMaster1.xml" Id="R5ff5452ebbb247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66b42e6dea42e7" /><Relationship Type="http://schemas.openxmlformats.org/officeDocument/2006/relationships/notesMaster" Target="/ppt/notesMasters/notesMaster1.xml" Id="R6a85de7e320a41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7256384bff4b45" /><Relationship Type="http://schemas.openxmlformats.org/officeDocument/2006/relationships/notesMaster" Target="/ppt/notesMasters/notesMaster1.xml" Id="Rf9117f9e42e648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caca999e2c4f84" /><Relationship Type="http://schemas.openxmlformats.org/officeDocument/2006/relationships/notesMaster" Target="/ppt/notesMasters/notesMaster1.xml" Id="Ra0c7c8a6827d4d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5f55ea908e4d22" /><Relationship Type="http://schemas.openxmlformats.org/officeDocument/2006/relationships/notesMaster" Target="/ppt/notesMasters/notesMaster1.xml" Id="Rf0519c9bdbf74b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ImageGen slide design, supplied 4 October 2026. Retailer names, references and imagery are illustrative. Actual demo uses three synthetic merchant adapters, one Stripe test payee and synthetic orders. No real goods, points payout or HKT/retailer integration is represented. Current validation and dated financial sources: https://github.com/Gout999/CrossCart/blob/main/docs/VALIDATION.md and https://crosscart.vercel.app/evidence. Current local browser checks: 18; offline: 114; actual public Stripe cases: 8 plus an independent signed HTTPS webhook/no-return case. Comparison-stage walkthrough: four versus one actions with the same offers and same choice; shared approval and Checkout excluded, not a human study. Provider refund success is not bank posting. Public demo: https://crosscart.vercel.app. Slide imagery is raster-based; only the corrected evidence text is native editable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ImageGen slide design, supplied 4 October 2026. Retailer names, references and imagery are illustrative. Actual demo uses three synthetic merchant adapters, one Stripe test payee and synthetic orders. No real goods, points payout or HKT/retailer integration is represented. Current validation and dated financial sources: https://github.com/Gout999/CrossCart/blob/main/docs/VALIDATION.md and https://crosscart.vercel.app/evidence. Current local browser checks: 18; offline: 114; actual public Stripe cases: 8 plus an independent signed HTTPS webhook/no-return case. Comparison-stage walkthrough: four versus one actions with the same offers and same choice; shared approval and Checkout excluded, not a human study. Provider refund success is not bank posting. Public demo: https://crosscart.vercel.app. Slide imagery is raster-based; only the corrected evidence text is native editable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ImageGen slide design, supplied 4 October 2026. Retailer names, references and imagery are illustrative. Actual demo uses three synthetic merchant adapters, one Stripe test payee and synthetic orders. No real goods, points payout or HKT/retailer integration is represented. Current validation and dated financial sources: https://github.com/Gout999/CrossCart/blob/main/docs/VALIDATION.md and https://crosscart.vercel.app/evidence. Current local browser checks: 18; offline: 114; actual public Stripe cases: 8 plus an independent signed HTTPS webhook/no-return case. Comparison-stage walkthrough: four versus one actions with the same offers and same choice; shared approval and Checkout excluded, not a human study. Provider refund success is not bank posting. Public demo: https://crosscart.vercel.app. Slide imagery is raster-based; only the corrected evidence text is native editable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ImageGen slide design, supplied 4 October 2026. Retailer names, references and imagery are illustrative. Actual demo uses three synthetic merchant adapters, one Stripe test payee and synthetic orders. No real goods, points payout or HKT/retailer integration is represented. Current validation and dated financial sources: https://github.com/Gout999/CrossCart/blob/main/docs/VALIDATION.md and https://crosscart.vercel.app/evidence. Current local browser checks: 18; offline: 114; actual public Stripe cases: 8 plus an independent signed HTTPS webhook/no-return case. Comparison-stage walkthrough: four versus one actions with the same offers and same choice; shared approval and Checkout excluded, not a human study. Provider refund success is not bank posting. Public demo: https://crosscart.vercel.app. Slide imagery is raster-based; only the corrected evidence text is native editable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ImageGen slide design, supplied 4 October 2026. Retailer names, references and imagery are illustrative. Actual demo uses three synthetic merchant adapters, one Stripe test payee and synthetic orders. No real goods, points payout or HKT/retailer integration is represented. Current validation and dated financial sources: https://github.com/Gout999/CrossCart/blob/main/docs/VALIDATION.md and https://crosscart.vercel.app/evidence. Current local browser checks: 18; offline: 114; actual public Stripe cases: 8 plus an independent signed HTTPS webhook/no-return case. Comparison-stage walkthrough: four versus one actions with the same offers and same choice; shared approval and Checkout excluded, not a human study. Provider refund success is not bank posting. Public demo: https://crosscart.vercel.app. Slide imagery is raster-based; only the corrected evidence text is native editable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ImageGen slide design, supplied 4 October 2026. Retailer names, references and imagery are illustrative. Actual demo uses three synthetic merchant adapters, one Stripe test payee and synthetic orders. No real goods, points payout or HKT/retailer integration is represented. Current validation and dated financial sources: https://github.com/Gout999/CrossCart/blob/main/docs/VALIDATION.md and https://crosscart.vercel.app/evidence. Current local browser checks: 18; offline: 114; actual public Stripe cases: 8 plus an independent signed HTTPS webhook/no-return case. Comparison-stage walkthrough: four versus one actions with the same offers and same choice; shared approval and Checkout excluded, not a human study. Provider refund success is not bank posting. Public demo: https://crosscart.vercel.app. Slide imagery is raster-based; only the corrected evidence text is native editable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ImageGen slide design, supplied 4 October 2026. Retailer names, references and imagery are illustrative. Actual demo uses three synthetic merchant adapters, one Stripe test payee and synthetic orders. No real goods, points payout or HKT/retailer integration is represented. Current validation and dated financial sources: https://github.com/Gout999/CrossCart/blob/main/docs/VALIDATION.md and https://crosscart.vercel.app/evidence. Current local browser checks: 18; offline: 114; actual public Stripe cases: 8 plus an independent signed HTTPS webhook/no-return case. Comparison-stage walkthrough: four versus one actions with the same offers and same choice; shared approval and Checkout excluded, not a human study. Provider refund success is not bank posting. Public demo: https://crosscart.vercel.app. Slide imagery is raster-based; only the corrected evidence text is native editable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ImageGen slide design, supplied 4 October 2026. Retailer names, references and imagery are illustrative. Actual demo uses three synthetic merchant adapters, one Stripe test payee and synthetic orders. No real goods, points payout or HKT/retailer integration is represented. Current validation and dated financial sources: https://github.com/Gout999/CrossCart/blob/main/docs/VALIDATION.md and https://crosscart.vercel.app/evidence. Current local browser checks: 18; offline: 114; actual public Stripe cases: 8 plus an independent signed HTTPS webhook/no-return case. Comparison-stage walkthrough: four versus one actions with the same offers and same choice; shared approval and Checkout excluded, not a human study. Provider refund success is not bank posting. Public demo: https://crosscart.vercel.app. Slide imagery is raster-based; only the corrected evidence text is native editable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ImageGen slide design, supplied 4 October 2026. Retailer names, references and imagery are illustrative. Actual demo uses three synthetic merchant adapters, one Stripe test payee and synthetic orders. No real goods, points payout or HKT/retailer integration is represented. Current validation and dated financial sources: https://github.com/Gout999/CrossCart/blob/main/docs/VALIDATION.md and https://crosscart.vercel.app/evidence. Current local browser checks: 18; offline: 114; actual public Stripe cases: 8 plus an independent signed HTTPS webhook/no-return case. Comparison-stage walkthrough: four versus one actions with the same offers and same choice; shared approval and Checkout excluded, not a human study. Provider refund success is not bank posting. Public demo: https://crosscart.vercel.app. Slide imagery is raster-based; only the corrected evidence text is native editable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ImageGen slide design, supplied 4 October 2026. Retailer names, references and imagery are illustrative. Actual demo uses three synthetic merchant adapters, one Stripe test payee and synthetic orders. No real goods, points payout or HKT/retailer integration is represented. Current validation and dated financial sources: https://github.com/Gout999/CrossCart/blob/main/docs/VALIDATION.md and https://crosscart.vercel.app/evidence. Current local browser checks: 18; offline: 114; actual public Stripe cases: 8 plus an independent signed HTTPS webhook/no-return case. Comparison-stage walkthrough: four versus one actions with the same offers and same choice; shared approval and Checkout excluded, not a human study. Provider refund success is not bank posting. Public demo: https://crosscart.vercel.app. Slide imagery is raster-based; only the corrected evidence text is native editable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3f423f50054f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090e80250a4a2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18c51f76b74b9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e716d1f88849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757bf65dbf473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ed59e4d833466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41b0e57a446c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43bf11b1ea49f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5ec3edde4946a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276cf7670a40c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8b6273de3c435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A72727A-72CE-4467-B128-B1E373228DF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A413091-F8AE-4835-B836-67A526A87B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4E78348-F2EA-40BF-8333-57F49B2A8F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4490393-3284-40D6-B2A5-8200E31745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054615-EECA-49F0-BFD3-65E607B6D5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B028A-A5C8-481D-A39C-9EE0FC2A1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76F3C2C-D01F-4315-9FAB-4B4F3B790BC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FE45C3B-327C-481C-9F4B-092F441A7C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5BFEC33-FA83-4FD8-BC12-C70A465099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3635B8-F4C3-4858-BF95-4CB7DAF7E6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671120-2EBC-46AF-8689-55266FA10E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AC0A57-87D4-4691-86ED-AA0CCD9F04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3084C7C-2945-4485-B7CD-25B6B5DA03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1E7D76-9E18-4A88-AB94-2E8AB32B31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FB0315-C1C1-4570-9D0D-DB30A403D1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A01C41-849F-40BD-B1BE-6EA600A51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D7391F-A8E0-4675-9847-02A5A073CA9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DED1F9A-FF3B-4EE2-B0E8-DC4935E0DDD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791B291-10D3-4565-AC26-9F3E2A2642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253A3C8-5C03-4311-8504-110CBDA398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88EA8F4-B930-43C6-9BF1-8BD70FFB84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9D8D5F-00A1-47DF-A632-5E8404EC1A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0699AB8-D792-4DBC-8E2A-384471821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591F084-9A58-4D0A-9E20-C84FD8C1B8F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76722B2-796A-43A2-A736-6167A5EDEF3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050A726-0C31-443C-A05B-9272D74F38A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96ADCD3-FF28-40B4-8357-EE6B2582E8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C3791A9-7963-4C34-905C-31D00DFEF6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F97C49E-F5FC-457C-A5E8-C85D0FF3BB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95624D-8B78-4952-95A7-13A2315DAD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B9328E1-0D55-4CCB-9CF1-BE3470E826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345E855-2FF8-4B17-960D-DEBB62FC7A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40066A5-4FA8-4E59-8E35-E19BC1D849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B5E1B25-5133-4A45-9951-E5FE653ADA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4E984E5-057A-4A3B-8974-6364ABB267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D0A0FD9-9B90-42DC-A58F-9A2A5E8F9E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FB7067E-65CA-44A3-B68F-FB9ED269D8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87C0CF5-C9FD-4840-8601-CFA36E1CEFD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5403BD3-3BFC-4400-B418-9E70F2AB55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67473B-35C0-4830-B74C-3E8EF52591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1B4161F-166F-4C0C-9D3B-76D95BD490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0E1CD88-F9F0-498D-89A2-CAE548900A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F38B76A-F137-4DD5-A1E1-CC291DA49E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C7FCCBA-AEDD-4F5D-AF92-86574BFF085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1EF4461-6254-43B0-BC57-09DA82E303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7C55DB9-B060-4056-914A-AA74D654E2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9311710-078B-44AC-B186-6A39BAFA39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35ED655-2099-4AF7-A817-F731C5924E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3E352C-0ECA-476F-A75A-81D1F17A93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5CBF0BC-A2CB-4E59-B10E-680D3370A1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111A1F5-E238-4934-870D-328B0C9EA2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BF5D9CF-2A45-425F-A9A3-17EF719C80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2CA48F-9A15-4BD4-8AFD-4F57F28960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261FF92-2152-4E3E-92E8-E346CB8CA6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052B738-E5DD-4D69-8562-9265D84912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86A677F-4A31-4BC7-AE41-D963CC81B4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1E584FD-C8AB-453E-B350-35D0BA1F7F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54AB5BC-1190-463D-BFCA-784BB51B90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7b9ccb99bb43ab" /><Relationship Type="http://schemas.openxmlformats.org/officeDocument/2006/relationships/slideLayout" Target="/ppt/slideLayouts/slideLayout1.xml" Id="Re8b05a45d3724264" /><Relationship Type="http://schemas.openxmlformats.org/officeDocument/2006/relationships/slideLayout" Target="/ppt/slideLayouts/slideLayout2.xml" Id="R978e40da798f49d7" /><Relationship Type="http://schemas.openxmlformats.org/officeDocument/2006/relationships/slideLayout" Target="/ppt/slideLayouts/slideLayout3.xml" Id="R6af3e7af267942f1" /><Relationship Type="http://schemas.openxmlformats.org/officeDocument/2006/relationships/slideLayout" Target="/ppt/slideLayouts/slideLayout4.xml" Id="R75727b562f224bda" /><Relationship Type="http://schemas.openxmlformats.org/officeDocument/2006/relationships/slideLayout" Target="/ppt/slideLayouts/slideLayout5.xml" Id="Rdaaf126e21c146ff" /><Relationship Type="http://schemas.openxmlformats.org/officeDocument/2006/relationships/slideLayout" Target="/ppt/slideLayouts/slideLayout6.xml" Id="R20f26872e8ec4840" /><Relationship Type="http://schemas.openxmlformats.org/officeDocument/2006/relationships/slideLayout" Target="/ppt/slideLayouts/slideLayout7.xml" Id="R7644a8bb5db34a90" /><Relationship Type="http://schemas.openxmlformats.org/officeDocument/2006/relationships/slideLayout" Target="/ppt/slideLayouts/slideLayout8.xml" Id="Rad940e2626894062" /><Relationship Type="http://schemas.openxmlformats.org/officeDocument/2006/relationships/slideLayout" Target="/ppt/slideLayouts/slideLayout9.xml" Id="R7f2e3d5ff4e54f34" /><Relationship Type="http://schemas.openxmlformats.org/officeDocument/2006/relationships/slideLayout" Target="/ppt/slideLayouts/slideLayout10.xml" Id="Rd28c80f63440460a" /><Relationship Type="http://schemas.openxmlformats.org/officeDocument/2006/relationships/slideLayout" Target="/ppt/slideLayouts/slideLayout11.xml" Id="R3fc5d7d33d774c5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4682694-64CC-4939-A19A-4940AF02C1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381D49C-2ACE-4654-9F10-7D9D28F775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8E6189-A54E-45AA-8D8B-CAEC33DF6E4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3ABCBD-B69C-4FD9-ABE6-D2A3E6700C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97A3DD-A4BF-4993-BACD-7BF1119F620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b05a45d3724264"/>
    <p:sldLayoutId xmlns:r="http://schemas.openxmlformats.org/officeDocument/2006/relationships" id="2147483650" r:id="R978e40da798f49d7"/>
    <p:sldLayoutId xmlns:r="http://schemas.openxmlformats.org/officeDocument/2006/relationships" id="2147483651" r:id="R6af3e7af267942f1"/>
    <p:sldLayoutId xmlns:r="http://schemas.openxmlformats.org/officeDocument/2006/relationships" id="2147483652" r:id="R75727b562f224bda"/>
    <p:sldLayoutId xmlns:r="http://schemas.openxmlformats.org/officeDocument/2006/relationships" id="2147483653" r:id="Rdaaf126e21c146ff"/>
    <p:sldLayoutId xmlns:r="http://schemas.openxmlformats.org/officeDocument/2006/relationships" id="2147483654" r:id="R20f26872e8ec4840"/>
    <p:sldLayoutId xmlns:r="http://schemas.openxmlformats.org/officeDocument/2006/relationships" id="2147483655" r:id="R7644a8bb5db34a90"/>
    <p:sldLayoutId xmlns:r="http://schemas.openxmlformats.org/officeDocument/2006/relationships" id="2147483656" r:id="Rad940e2626894062"/>
    <p:sldLayoutId xmlns:r="http://schemas.openxmlformats.org/officeDocument/2006/relationships" id="2147483657" r:id="R7f2e3d5ff4e54f34"/>
    <p:sldLayoutId xmlns:r="http://schemas.openxmlformats.org/officeDocument/2006/relationships" id="2147483658" r:id="Rd28c80f63440460a"/>
    <p:sldLayoutId xmlns:r="http://schemas.openxmlformats.org/officeDocument/2006/relationships" id="2147483659" r:id="R3fc5d7d33d774c5f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eac4982c874e8d" /><Relationship Type="http://schemas.openxmlformats.org/officeDocument/2006/relationships/image" Target="/ppt/media/image.png" Id="Rffea9a66eca842a2" /><Relationship Type="http://schemas.openxmlformats.org/officeDocument/2006/relationships/notesSlide" Target="/ppt/notesSlides/notesSlide1.xml" Id="Rba3bb41f1f564c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72cfa58505464d" /><Relationship Type="http://schemas.openxmlformats.org/officeDocument/2006/relationships/image" Target="/ppt/media/image2.png" Id="R9915b3427a40449b" /><Relationship Type="http://schemas.openxmlformats.org/officeDocument/2006/relationships/notesSlide" Target="/ppt/notesSlides/notesSlide2.xml" Id="Re15f3631f73648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486384f52884277" /><Relationship Type="http://schemas.openxmlformats.org/officeDocument/2006/relationships/image" Target="/ppt/media/image3.png" Id="R9bffa20993a74c20" /><Relationship Type="http://schemas.openxmlformats.org/officeDocument/2006/relationships/notesSlide" Target="/ppt/notesSlides/notesSlide3.xml" Id="R8d9bb8e6d00f41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a25078b8e94a28" /><Relationship Type="http://schemas.openxmlformats.org/officeDocument/2006/relationships/image" Target="/ppt/media/image4.png" Id="Rb989d6c232a04ca2" /><Relationship Type="http://schemas.openxmlformats.org/officeDocument/2006/relationships/notesSlide" Target="/ppt/notesSlides/notesSlide4.xml" Id="Rf5ac7b3a3e1440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be56bd919274640" /><Relationship Type="http://schemas.openxmlformats.org/officeDocument/2006/relationships/image" Target="/ppt/media/image5.png" Id="R681773ca71084c0e" /><Relationship Type="http://schemas.openxmlformats.org/officeDocument/2006/relationships/notesSlide" Target="/ppt/notesSlides/notesSlide5.xml" Id="Ra0afb955e0164f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1b37d1ffd1d410f" /><Relationship Type="http://schemas.openxmlformats.org/officeDocument/2006/relationships/image" Target="/ppt/media/image6.png" Id="R544229cdcddc4b11" /><Relationship Type="http://schemas.openxmlformats.org/officeDocument/2006/relationships/notesSlide" Target="/ppt/notesSlides/notesSlide6.xml" Id="R569897bc729147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a6fbcb8fa542fe" /><Relationship Type="http://schemas.openxmlformats.org/officeDocument/2006/relationships/image" Target="/ppt/media/image7.png" Id="R01fd0a2c1f1d4920" /><Relationship Type="http://schemas.openxmlformats.org/officeDocument/2006/relationships/notesSlide" Target="/ppt/notesSlides/notesSlide7.xml" Id="R245a0cdfa5fd44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50c18b666eb43f3" /><Relationship Type="http://schemas.openxmlformats.org/officeDocument/2006/relationships/image" Target="/ppt/media/image8.png" Id="R41fdb414df2642ae" /><Relationship Type="http://schemas.openxmlformats.org/officeDocument/2006/relationships/notesSlide" Target="/ppt/notesSlides/notesSlide8.xml" Id="Rf8a5680ba3874a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fff91baf204c89" /><Relationship Type="http://schemas.openxmlformats.org/officeDocument/2006/relationships/image" Target="/ppt/media/image9.png" Id="Rfa2766903f7648fe" /><Relationship Type="http://schemas.openxmlformats.org/officeDocument/2006/relationships/notesSlide" Target="/ppt/notesSlides/notesSlide9.xml" Id="R5aaa611508974b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a0d9e05bf74147" /><Relationship Type="http://schemas.openxmlformats.org/officeDocument/2006/relationships/image" Target="/ppt/media/image10.png" Id="Rd0ab5c74f3ef48bc" /><Relationship Type="http://schemas.openxmlformats.org/officeDocument/2006/relationships/hyperlink" Target="https://crosscart.vercel.app" TargetMode="External" Id="R32f48294497e473e" /><Relationship Type="http://schemas.openxmlformats.org/officeDocument/2006/relationships/notesSlide" Target="/ppt/notesSlides/notesSlide10.xml" Id="Recb94401142e46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01 — CrossCart — Let AI compare. Keep the final say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a9a66eca842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4829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02 — Shopping breaks across platform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5b3427a4044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7221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03 — One flow. Five controlled step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fa20993a74c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9037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04 — Your budget is a limit. Your approval is exact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9d6c232a04c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5990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05 — Case 1 — Complete purchas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773ca71084c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6231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06 — Case 2 — Block changed term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4229cdcddc4b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4248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07 — Case 3 — Captured, order failed, refund tracke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d0a2c1f1d49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9478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08 — AI proposes. Rules decid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db414df2642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BBCBA-EA6D-4B4E-A889-4AD40120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28575" rIns="28575" bIns="28575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96C6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6C65"/>
                </a:solidFill>
                <a:latin typeface="Arial"/>
                <a:ea typeface="Arial"/>
                <a:cs typeface="Arial"/>
              </a:rPr>
              <a:t>4 Oct 2026</a:t>
            </a:r>
          </a:p>
        </p:txBody>
      </p:sp>
    </p:spTree>
    <p:extLst>
      <p:ext uri="{BB962C8B-B14F-4D97-AF65-F5344CB8AC3E}">
        <p14:creationId xmlns:p14="http://schemas.microsoft.com/office/powerpoint/2010/main" val="3987352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09 — Built for evidence, not just a demo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766903f7648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FEFF7-0691-4A6E-806B-01D9CAB9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1695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28575" rIns="28575" bIns="28575">
            <a:noAutofit/>
          </a:bodyPr>
          <a:lstStyle xmlns:a="http://schemas.openxmlformats.org/drawingml/2006/main"/>
          <a:p xmlns:a="http://schemas.openxmlformats.org/drawingml/2006/main">
            <a:pPr>
              <a:defRPr sz="4425" b="0" i="1">
                <a:solidFill>
                  <a:srgbClr val="171914"/>
                </a:solidFill>
                <a:latin typeface="Georgia"/>
                <a:ea typeface="Georgia"/>
                <a:cs typeface="Georgia"/>
              </a:defRPr>
            </a:pPr>
            <a:r>
              <a:rPr sz="4425" b="0" i="1">
                <a:solidFill>
                  <a:srgbClr val="171914"/>
                </a:solidFill>
                <a:latin typeface="Georgia"/>
                <a:ea typeface="Georgia"/>
                <a:cs typeface="Georgia"/>
              </a:rPr>
              <a:t>18/18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FE671-AE3D-4183-9699-CEA8A3F3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29250"/>
            <a:ext cx="1514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28575" rIns="28575" bIns="28575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91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914"/>
                </a:solidFill>
                <a:latin typeface="Arial"/>
                <a:ea typeface="Arial"/>
                <a:cs typeface="Arial"/>
              </a:rPr>
              <a:t>Local browser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7B47D-6F1F-4BAD-AD98-1AE10BE7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800600"/>
            <a:ext cx="1695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28575" rIns="28575" bIns="28575">
            <a:noAutofit/>
          </a:bodyPr>
          <a:lstStyle xmlns:a="http://schemas.openxmlformats.org/drawingml/2006/main"/>
          <a:p xmlns:a="http://schemas.openxmlformats.org/drawingml/2006/main">
            <a:pPr>
              <a:defRPr sz="4425" b="0" i="1">
                <a:solidFill>
                  <a:srgbClr val="171914"/>
                </a:solidFill>
                <a:latin typeface="Georgia"/>
                <a:ea typeface="Georgia"/>
                <a:cs typeface="Georgia"/>
              </a:defRPr>
            </a:pPr>
            <a:r>
              <a:rPr sz="4425" b="0" i="1">
                <a:solidFill>
                  <a:srgbClr val="171914"/>
                </a:solidFill>
                <a:latin typeface="Georgia"/>
                <a:ea typeface="Georgia"/>
                <a:cs typeface="Georgia"/>
              </a:rPr>
              <a:t>8 + 1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02649-F979-46CF-A8D8-296D7CF4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4292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28575" rIns="28575" bIns="28575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91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914"/>
                </a:solidFill>
                <a:latin typeface="Arial"/>
                <a:ea typeface="Arial"/>
                <a:cs typeface="Arial"/>
              </a:rPr>
              <a:t>Public Stripe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30486-4072-4934-8C7E-2FF990D8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29000"/>
            <a:ext cx="2533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28575" rIns="28575" bIns="28575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676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6762"/>
                </a:solidFill>
                <a:latin typeface="Arial"/>
                <a:ea typeface="Arial"/>
                <a:cs typeface="Arial"/>
              </a:rPr>
              <a:t>Compare controlled synthetic offers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61C7C-38E1-4254-9E4E-A59F6780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41052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28575" rIns="28575" bIns="28575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466CC-ECC0-446A-852D-6CEF9D91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248275"/>
            <a:ext cx="3810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28575" rIns="28575" bIns="28575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0232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2321"/>
                </a:solidFill>
                <a:latin typeface="Arial"/>
                <a:ea typeface="Arial"/>
                <a:cs typeface="Arial"/>
              </a:rPr>
              <a:t>Final submission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166D3-2731-43EB-ADE3-355165F5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600700"/>
            <a:ext cx="3819525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28575" rIns="28575" bIns="28575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95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5951"/>
                </a:solidFill>
                <a:latin typeface="Arial"/>
                <a:ea typeface="Arial"/>
                <a:cs typeface="Arial"/>
              </a:rPr>
              <a:t>4 vs 1 comparison actions</a:t>
            </a:r>
          </a:p>
          <a:p xmlns:a="http://schemas.openxmlformats.org/drawingml/2006/main">
            <a:pPr>
              <a:defRPr sz="1050" b="0">
                <a:solidFill>
                  <a:srgbClr val="55595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5951"/>
                </a:solidFill>
                <a:latin typeface="Arial"/>
                <a:ea typeface="Arial"/>
                <a:cs typeface="Arial"/>
              </a:rPr>
              <a:t>Same offers and outcome. Shared Checkout excluded.</a:t>
            </a:r>
          </a:p>
          <a:p xmlns:a="http://schemas.openxmlformats.org/drawingml/2006/main">
            <a:pPr>
              <a:defRPr sz="1050" b="0">
                <a:solidFill>
                  <a:srgbClr val="55595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5951"/>
                </a:solidFill>
                <a:latin typeface="Arial"/>
                <a:ea typeface="Arial"/>
                <a:cs typeface="Arial"/>
              </a:rPr>
              <a:t>Dated rates: crosscart.vercel.app/evidence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65F9DC-85DB-4CFA-8C66-E17C8BDB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477000"/>
            <a:ext cx="10191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28575" rIns="28575" bIns="28575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96C6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6C65"/>
                </a:solidFill>
                <a:latin typeface="Arial"/>
                <a:ea typeface="Arial"/>
                <a:cs typeface="Arial"/>
              </a:rPr>
              <a:t>114 offline / 18 local browser / 8 + 1 public Stripe cases. Evidence observed 4 Oct 2026.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E170A-5F75-4C2D-9F60-D36C5DBF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857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28575" rIns="28575" bIns="28575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96C6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6C65"/>
                </a:solidFill>
                <a:latin typeface="Arial"/>
                <a:ea typeface="Arial"/>
                <a:cs typeface="Arial"/>
              </a:rPr>
              <a:t>4 Oct 2026</a:t>
            </a:r>
          </a:p>
        </p:txBody>
      </p:sp>
    </p:spTree>
    <p:extLst>
      <p:ext uri="{BB962C8B-B14F-4D97-AF65-F5344CB8AC3E}">
        <p14:creationId xmlns:p14="http://schemas.microsoft.com/office/powerpoint/2010/main" val="919262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10 — Why CrossCart fits HK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b5c74f3ef48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B4075-F2C4-4557-8F60-9AE97342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267450"/>
            <a:ext cx="115252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28575" rIns="28575" bIns="28575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C1AB1-F78B-471E-B64F-9A210FDC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049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28575" rIns="28575" bIns="28575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0232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02321"/>
                </a:solidFill>
                <a:latin typeface="Arial"/>
                <a:ea typeface="Arial"/>
                <a:cs typeface="Arial"/>
              </a:rPr>
              <a:t>Live: </a:t>
            </a:r>
            <a:r>
              <a:rPr sz="1125" b="0">
                <a:solidFill>
                  <a:srgbClr val="702321"/>
                </a:solidFill>
                <a:latin typeface="Arial"/>
                <a:ea typeface="Arial"/>
                <a:cs typeface="Arial"/>
                <a:hlinkClick xmlns:r="http://schemas.openxmlformats.org/officeDocument/2006/relationships" r:id="R32f48294497e473e"/>
              </a:rPr>
              <a:t>crosscart.vercel.app</a:t>
            </a:r>
            <a:r>
              <a:rPr sz="1125" b="0">
                <a:solidFill>
                  <a:srgbClr val="702321"/>
                </a:solidFill>
                <a:latin typeface="Arial"/>
                <a:ea typeface="Arial"/>
                <a:cs typeface="Arial"/>
              </a:rPr>
              <a:t>   /   Source: github.com/Gout999/CrossCart</a:t>
            </a:r>
          </a:p>
        </p:txBody>
      </p:sp>
    </p:spTree>
    <p:extLst>
      <p:ext uri="{BB962C8B-B14F-4D97-AF65-F5344CB8AC3E}">
        <p14:creationId xmlns:p14="http://schemas.microsoft.com/office/powerpoint/2010/main" val="161242211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2026-10-03T19:08:33.5010000Z</dcterms:created>
  <dcterms:modified xsi:type="dcterms:W3CDTF">2026-10-03T19:08:33.5010000Z</dcterms:modified>
</coreProperties>
</file>